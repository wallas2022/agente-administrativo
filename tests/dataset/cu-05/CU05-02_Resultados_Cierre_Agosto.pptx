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mencionar que el analisis incluye las cuentas de IVA por cobrar.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del cierre de agosto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Presentado por el Área de Contabilidad · SFC</a:t>
            </a:r>
          </a:p>
          <a:p>
            <a:r>
              <a:t>Datos ficticios para pruebas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Indicadores claves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procesaron 1,000 documentos en el mes</a:t>
            </a:r>
          </a:p>
          <a:p>
            <a:r>
              <a:t>El tiempo promedio de revisión fue de 45 minutos</a:t>
            </a:r>
          </a:p>
          <a:p>
            <a:r>
              <a:t>Se detectaron 37 incidencias, la mayoria por descuadres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Implementar el agente de validacion documental</a:t>
            </a:r>
          </a:p>
          <a:p>
            <a:r>
              <a:t>Capasitar a los analistas en el nuevo proceso</a:t>
            </a:r>
          </a:p>
          <a:p>
            <a:r>
              <a:t>Medir los resultados en el cierre de septiembre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